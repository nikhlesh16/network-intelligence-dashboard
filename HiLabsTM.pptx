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58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nikhil nikhil" initials="nn" lastIdx="1" clrIdx="0">
    <p:extLst>
      <p:ext uri="{19B8F6BF-5375-455C-9EA6-DF929625EA0E}">
        <p15:presenceInfo xmlns:p15="http://schemas.microsoft.com/office/powerpoint/2012/main" userId="41e0b19e58b58d1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69EAA"/>
    <a:srgbClr val="0ED8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87" d="100"/>
          <a:sy n="87" d="100"/>
        </p:scale>
        <p:origin x="48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khil nikhil" userId="41e0b19e58b58d1b" providerId="LiveId" clId="{BD444CD5-C460-477F-A6D9-025D4C297676}"/>
    <pc:docChg chg="undo custSel addSld delSld modSld">
      <pc:chgData name="nikhil nikhil" userId="41e0b19e58b58d1b" providerId="LiveId" clId="{BD444CD5-C460-477F-A6D9-025D4C297676}" dt="2025-11-07T00:55:04.938" v="582"/>
      <pc:docMkLst>
        <pc:docMk/>
      </pc:docMkLst>
      <pc:sldChg chg="addSp delSp modSp mod modCm">
        <pc:chgData name="nikhil nikhil" userId="41e0b19e58b58d1b" providerId="LiveId" clId="{BD444CD5-C460-477F-A6D9-025D4C297676}" dt="2025-11-06T23:44:11.396" v="475" actId="339"/>
        <pc:sldMkLst>
          <pc:docMk/>
          <pc:sldMk cId="3145010046" sldId="257"/>
        </pc:sldMkLst>
        <pc:spChg chg="add mod">
          <ac:chgData name="nikhil nikhil" userId="41e0b19e58b58d1b" providerId="LiveId" clId="{BD444CD5-C460-477F-A6D9-025D4C297676}" dt="2025-11-06T21:27:41.865" v="35" actId="207"/>
          <ac:spMkLst>
            <pc:docMk/>
            <pc:sldMk cId="3145010046" sldId="257"/>
            <ac:spMk id="2" creationId="{CE782C3E-513B-054B-E57C-2EA0A9215AC8}"/>
          </ac:spMkLst>
        </pc:spChg>
        <pc:spChg chg="add mod">
          <ac:chgData name="nikhil nikhil" userId="41e0b19e58b58d1b" providerId="LiveId" clId="{BD444CD5-C460-477F-A6D9-025D4C297676}" dt="2025-11-06T22:56:31.269" v="217" actId="207"/>
          <ac:spMkLst>
            <pc:docMk/>
            <pc:sldMk cId="3145010046" sldId="257"/>
            <ac:spMk id="3" creationId="{91A2C71C-39C7-DBE5-4C39-65861184C128}"/>
          </ac:spMkLst>
        </pc:spChg>
        <pc:spChg chg="add mod">
          <ac:chgData name="nikhil nikhil" userId="41e0b19e58b58d1b" providerId="LiveId" clId="{BD444CD5-C460-477F-A6D9-025D4C297676}" dt="2025-11-06T22:21:18.271" v="90"/>
          <ac:spMkLst>
            <pc:docMk/>
            <pc:sldMk cId="3145010046" sldId="257"/>
            <ac:spMk id="4" creationId="{C2F78C55-CAB3-411C-28FB-1CD22342D23D}"/>
          </ac:spMkLst>
        </pc:spChg>
        <pc:spChg chg="add del mod">
          <ac:chgData name="nikhil nikhil" userId="41e0b19e58b58d1b" providerId="LiveId" clId="{BD444CD5-C460-477F-A6D9-025D4C297676}" dt="2025-11-06T22:21:20.029" v="92"/>
          <ac:spMkLst>
            <pc:docMk/>
            <pc:sldMk cId="3145010046" sldId="257"/>
            <ac:spMk id="5" creationId="{36C96005-F54C-B30B-6D69-00F58340C66C}"/>
          </ac:spMkLst>
        </pc:spChg>
        <pc:spChg chg="add mod">
          <ac:chgData name="nikhil nikhil" userId="41e0b19e58b58d1b" providerId="LiveId" clId="{BD444CD5-C460-477F-A6D9-025D4C297676}" dt="2025-11-06T22:56:52.337" v="220" actId="14100"/>
          <ac:spMkLst>
            <pc:docMk/>
            <pc:sldMk cId="3145010046" sldId="257"/>
            <ac:spMk id="6" creationId="{6C432C9F-AD4A-F2FA-8E92-DA475926375F}"/>
          </ac:spMkLst>
        </pc:spChg>
        <pc:spChg chg="add del mod">
          <ac:chgData name="nikhil nikhil" userId="41e0b19e58b58d1b" providerId="LiveId" clId="{BD444CD5-C460-477F-A6D9-025D4C297676}" dt="2025-11-06T22:36:17.004" v="160"/>
          <ac:spMkLst>
            <pc:docMk/>
            <pc:sldMk cId="3145010046" sldId="257"/>
            <ac:spMk id="7" creationId="{EE8FFE5E-17C9-AA79-19A9-CC71BE6FE064}"/>
          </ac:spMkLst>
        </pc:spChg>
        <pc:spChg chg="add del mod">
          <ac:chgData name="nikhil nikhil" userId="41e0b19e58b58d1b" providerId="LiveId" clId="{BD444CD5-C460-477F-A6D9-025D4C297676}" dt="2025-11-06T23:44:11.396" v="475" actId="339"/>
          <ac:spMkLst>
            <pc:docMk/>
            <pc:sldMk cId="3145010046" sldId="257"/>
            <ac:spMk id="8" creationId="{D62AF9B6-25FD-535D-00A3-40B672B8A0D5}"/>
          </ac:spMkLst>
        </pc:spChg>
        <pc:spChg chg="add mod">
          <ac:chgData name="nikhil nikhil" userId="41e0b19e58b58d1b" providerId="LiveId" clId="{BD444CD5-C460-477F-A6D9-025D4C297676}" dt="2025-11-06T22:56:44.436" v="218" actId="14100"/>
          <ac:spMkLst>
            <pc:docMk/>
            <pc:sldMk cId="3145010046" sldId="257"/>
            <ac:spMk id="9" creationId="{21F2D57F-1A5A-3733-A712-C505001B035B}"/>
          </ac:spMkLst>
        </pc:spChg>
        <pc:spChg chg="add mod">
          <ac:chgData name="nikhil nikhil" userId="41e0b19e58b58d1b" providerId="LiveId" clId="{BD444CD5-C460-477F-A6D9-025D4C297676}" dt="2025-11-06T23:42:46.886" v="466" actId="693"/>
          <ac:spMkLst>
            <pc:docMk/>
            <pc:sldMk cId="3145010046" sldId="257"/>
            <ac:spMk id="10" creationId="{9A8965D4-9265-8004-6535-C8294CB49E79}"/>
          </ac:spMkLst>
        </pc:spChg>
        <pc:spChg chg="add mod">
          <ac:chgData name="nikhil nikhil" userId="41e0b19e58b58d1b" providerId="LiveId" clId="{BD444CD5-C460-477F-A6D9-025D4C297676}" dt="2025-11-06T22:57:29.078" v="224" actId="14100"/>
          <ac:spMkLst>
            <pc:docMk/>
            <pc:sldMk cId="3145010046" sldId="257"/>
            <ac:spMk id="11" creationId="{4EA4AF59-8BE7-A995-F203-3D0A577A8730}"/>
          </ac:spMkLst>
        </pc:spChg>
      </pc:sldChg>
      <pc:sldChg chg="delSp new mod">
        <pc:chgData name="nikhil nikhil" userId="41e0b19e58b58d1b" providerId="LiveId" clId="{BD444CD5-C460-477F-A6D9-025D4C297676}" dt="2025-11-06T22:57:50.176" v="225" actId="478"/>
        <pc:sldMkLst>
          <pc:docMk/>
          <pc:sldMk cId="4245648444" sldId="258"/>
        </pc:sldMkLst>
        <pc:spChg chg="del">
          <ac:chgData name="nikhil nikhil" userId="41e0b19e58b58d1b" providerId="LiveId" clId="{BD444CD5-C460-477F-A6D9-025D4C297676}" dt="2025-11-06T22:57:50.176" v="225" actId="478"/>
          <ac:spMkLst>
            <pc:docMk/>
            <pc:sldMk cId="4245648444" sldId="258"/>
            <ac:spMk id="2" creationId="{0A0A20BC-9F5D-91AD-7939-6AC872991E3A}"/>
          </ac:spMkLst>
        </pc:spChg>
        <pc:spChg chg="del">
          <ac:chgData name="nikhil nikhil" userId="41e0b19e58b58d1b" providerId="LiveId" clId="{BD444CD5-C460-477F-A6D9-025D4C297676}" dt="2025-11-06T22:57:50.176" v="225" actId="478"/>
          <ac:spMkLst>
            <pc:docMk/>
            <pc:sldMk cId="4245648444" sldId="258"/>
            <ac:spMk id="3" creationId="{46145890-B269-0E64-68A3-E46B8ABBCB8E}"/>
          </ac:spMkLst>
        </pc:spChg>
      </pc:sldChg>
      <pc:sldChg chg="addSp delSp modSp add mod">
        <pc:chgData name="nikhil nikhil" userId="41e0b19e58b58d1b" providerId="LiveId" clId="{BD444CD5-C460-477F-A6D9-025D4C297676}" dt="2025-11-07T00:52:47.484" v="580" actId="478"/>
        <pc:sldMkLst>
          <pc:docMk/>
          <pc:sldMk cId="824810811" sldId="259"/>
        </pc:sldMkLst>
        <pc:spChg chg="mod">
          <ac:chgData name="nikhil nikhil" userId="41e0b19e58b58d1b" providerId="LiveId" clId="{BD444CD5-C460-477F-A6D9-025D4C297676}" dt="2025-11-06T23:02:06.657" v="241" actId="122"/>
          <ac:spMkLst>
            <pc:docMk/>
            <pc:sldMk cId="824810811" sldId="259"/>
            <ac:spMk id="2" creationId="{1443C6EB-0C70-5D0F-B0AB-C95C58D87CD6}"/>
          </ac:spMkLst>
        </pc:spChg>
        <pc:spChg chg="del">
          <ac:chgData name="nikhil nikhil" userId="41e0b19e58b58d1b" providerId="LiveId" clId="{BD444CD5-C460-477F-A6D9-025D4C297676}" dt="2025-11-06T23:01:13.234" v="227" actId="478"/>
          <ac:spMkLst>
            <pc:docMk/>
            <pc:sldMk cId="824810811" sldId="259"/>
            <ac:spMk id="3" creationId="{45863C39-2860-43D3-E579-736BB65A7BEA}"/>
          </ac:spMkLst>
        </pc:spChg>
        <pc:spChg chg="del">
          <ac:chgData name="nikhil nikhil" userId="41e0b19e58b58d1b" providerId="LiveId" clId="{BD444CD5-C460-477F-A6D9-025D4C297676}" dt="2025-11-06T23:01:13.234" v="227" actId="478"/>
          <ac:spMkLst>
            <pc:docMk/>
            <pc:sldMk cId="824810811" sldId="259"/>
            <ac:spMk id="4" creationId="{7D1468A6-1ECE-6CED-4979-5210A6F874C2}"/>
          </ac:spMkLst>
        </pc:spChg>
        <pc:spChg chg="add del mod">
          <ac:chgData name="nikhil nikhil" userId="41e0b19e58b58d1b" providerId="LiveId" clId="{BD444CD5-C460-477F-A6D9-025D4C297676}" dt="2025-11-07T00:52:47.484" v="580" actId="478"/>
          <ac:spMkLst>
            <pc:docMk/>
            <pc:sldMk cId="824810811" sldId="259"/>
            <ac:spMk id="5" creationId="{2F5C26FE-C1B4-CEF4-8A9F-CB8E1D1F2A04}"/>
          </ac:spMkLst>
        </pc:spChg>
        <pc:spChg chg="del">
          <ac:chgData name="nikhil nikhil" userId="41e0b19e58b58d1b" providerId="LiveId" clId="{BD444CD5-C460-477F-A6D9-025D4C297676}" dt="2025-11-06T23:01:16.690" v="228" actId="478"/>
          <ac:spMkLst>
            <pc:docMk/>
            <pc:sldMk cId="824810811" sldId="259"/>
            <ac:spMk id="6" creationId="{B2E0B62B-DB7B-82BE-E200-DBE37F2316A7}"/>
          </ac:spMkLst>
        </pc:spChg>
        <pc:spChg chg="add del mod">
          <ac:chgData name="nikhil nikhil" userId="41e0b19e58b58d1b" providerId="LiveId" clId="{BD444CD5-C460-477F-A6D9-025D4C297676}" dt="2025-11-07T00:52:46.489" v="578" actId="478"/>
          <ac:spMkLst>
            <pc:docMk/>
            <pc:sldMk cId="824810811" sldId="259"/>
            <ac:spMk id="7" creationId="{30BAAE9C-718E-9F9F-7447-00A66340424B}"/>
          </ac:spMkLst>
        </pc:spChg>
        <pc:spChg chg="del">
          <ac:chgData name="nikhil nikhil" userId="41e0b19e58b58d1b" providerId="LiveId" clId="{BD444CD5-C460-477F-A6D9-025D4C297676}" dt="2025-11-06T23:01:13.234" v="227" actId="478"/>
          <ac:spMkLst>
            <pc:docMk/>
            <pc:sldMk cId="824810811" sldId="259"/>
            <ac:spMk id="8" creationId="{E56AF763-FE71-CCE7-6826-98F8EF61542E}"/>
          </ac:spMkLst>
        </pc:spChg>
        <pc:spChg chg="del">
          <ac:chgData name="nikhil nikhil" userId="41e0b19e58b58d1b" providerId="LiveId" clId="{BD444CD5-C460-477F-A6D9-025D4C297676}" dt="2025-11-06T23:01:13.234" v="227" actId="478"/>
          <ac:spMkLst>
            <pc:docMk/>
            <pc:sldMk cId="824810811" sldId="259"/>
            <ac:spMk id="9" creationId="{617ABCF1-C9C9-E9B2-C9D3-6CE25EBED0B4}"/>
          </ac:spMkLst>
        </pc:spChg>
        <pc:spChg chg="del">
          <ac:chgData name="nikhil nikhil" userId="41e0b19e58b58d1b" providerId="LiveId" clId="{BD444CD5-C460-477F-A6D9-025D4C297676}" dt="2025-11-06T23:01:13.234" v="227" actId="478"/>
          <ac:spMkLst>
            <pc:docMk/>
            <pc:sldMk cId="824810811" sldId="259"/>
            <ac:spMk id="10" creationId="{8BAE8D0F-933B-DDE6-0234-411A2FFBD29D}"/>
          </ac:spMkLst>
        </pc:spChg>
        <pc:spChg chg="del">
          <ac:chgData name="nikhil nikhil" userId="41e0b19e58b58d1b" providerId="LiveId" clId="{BD444CD5-C460-477F-A6D9-025D4C297676}" dt="2025-11-06T23:01:13.234" v="227" actId="478"/>
          <ac:spMkLst>
            <pc:docMk/>
            <pc:sldMk cId="824810811" sldId="259"/>
            <ac:spMk id="11" creationId="{903AE4FA-0CBF-ABC2-AC25-4345C95E6A74}"/>
          </ac:spMkLst>
        </pc:spChg>
        <pc:spChg chg="add del mod">
          <ac:chgData name="nikhil nikhil" userId="41e0b19e58b58d1b" providerId="LiveId" clId="{BD444CD5-C460-477F-A6D9-025D4C297676}" dt="2025-11-07T00:52:46.489" v="578" actId="478"/>
          <ac:spMkLst>
            <pc:docMk/>
            <pc:sldMk cId="824810811" sldId="259"/>
            <ac:spMk id="12" creationId="{7259B8D1-4783-008C-727D-76ED3C9CE267}"/>
          </ac:spMkLst>
        </pc:spChg>
        <pc:spChg chg="add mod">
          <ac:chgData name="nikhil nikhil" userId="41e0b19e58b58d1b" providerId="LiveId" clId="{BD444CD5-C460-477F-A6D9-025D4C297676}" dt="2025-11-06T23:33:07.459" v="448" actId="255"/>
          <ac:spMkLst>
            <pc:docMk/>
            <pc:sldMk cId="824810811" sldId="259"/>
            <ac:spMk id="13" creationId="{1C2B5005-FD65-606A-A78B-E5AD65BAE656}"/>
          </ac:spMkLst>
        </pc:spChg>
        <pc:spChg chg="add mod">
          <ac:chgData name="nikhil nikhil" userId="41e0b19e58b58d1b" providerId="LiveId" clId="{BD444CD5-C460-477F-A6D9-025D4C297676}" dt="2025-11-06T23:33:15.406" v="450" actId="115"/>
          <ac:spMkLst>
            <pc:docMk/>
            <pc:sldMk cId="824810811" sldId="259"/>
            <ac:spMk id="14" creationId="{AA8EA950-7E52-2B12-E52A-1D045BB9DCF6}"/>
          </ac:spMkLst>
        </pc:spChg>
        <pc:spChg chg="add mod">
          <ac:chgData name="nikhil nikhil" userId="41e0b19e58b58d1b" providerId="LiveId" clId="{BD444CD5-C460-477F-A6D9-025D4C297676}" dt="2025-11-06T23:33:12.205" v="449" actId="115"/>
          <ac:spMkLst>
            <pc:docMk/>
            <pc:sldMk cId="824810811" sldId="259"/>
            <ac:spMk id="15" creationId="{560E36B6-873C-B887-406E-4A4273967F22}"/>
          </ac:spMkLst>
        </pc:spChg>
        <pc:spChg chg="add del mod">
          <ac:chgData name="nikhil nikhil" userId="41e0b19e58b58d1b" providerId="LiveId" clId="{BD444CD5-C460-477F-A6D9-025D4C297676}" dt="2025-11-07T00:52:46.489" v="578" actId="478"/>
          <ac:spMkLst>
            <pc:docMk/>
            <pc:sldMk cId="824810811" sldId="259"/>
            <ac:spMk id="16" creationId="{8E77CDC2-DA17-AA0C-672D-E2B0FFD2DD05}"/>
          </ac:spMkLst>
        </pc:spChg>
        <pc:spChg chg="add del mod">
          <ac:chgData name="nikhil nikhil" userId="41e0b19e58b58d1b" providerId="LiveId" clId="{BD444CD5-C460-477F-A6D9-025D4C297676}" dt="2025-11-07T00:52:46.968" v="579" actId="478"/>
          <ac:spMkLst>
            <pc:docMk/>
            <pc:sldMk cId="824810811" sldId="259"/>
            <ac:spMk id="17" creationId="{5E892D4B-D1D6-83CC-6DDE-F5A4018F8ABD}"/>
          </ac:spMkLst>
        </pc:spChg>
        <pc:spChg chg="add del mod">
          <ac:chgData name="nikhil nikhil" userId="41e0b19e58b58d1b" providerId="LiveId" clId="{BD444CD5-C460-477F-A6D9-025D4C297676}" dt="2025-11-07T00:52:46.968" v="579" actId="478"/>
          <ac:spMkLst>
            <pc:docMk/>
            <pc:sldMk cId="824810811" sldId="259"/>
            <ac:spMk id="18" creationId="{FD5F97EE-761B-9AA8-E15A-BBCACBF52EF3}"/>
          </ac:spMkLst>
        </pc:spChg>
        <pc:spChg chg="add">
          <ac:chgData name="nikhil nikhil" userId="41e0b19e58b58d1b" providerId="LiveId" clId="{BD444CD5-C460-477F-A6D9-025D4C297676}" dt="2025-11-06T23:30:04.140" v="332"/>
          <ac:spMkLst>
            <pc:docMk/>
            <pc:sldMk cId="824810811" sldId="259"/>
            <ac:spMk id="19" creationId="{C1704255-B967-A4D3-813C-BA0DD0710FFD}"/>
          </ac:spMkLst>
        </pc:spChg>
        <pc:spChg chg="add mod">
          <ac:chgData name="nikhil nikhil" userId="41e0b19e58b58d1b" providerId="LiveId" clId="{BD444CD5-C460-477F-A6D9-025D4C297676}" dt="2025-11-06T23:30:08.750" v="334"/>
          <ac:spMkLst>
            <pc:docMk/>
            <pc:sldMk cId="824810811" sldId="259"/>
            <ac:spMk id="20" creationId="{0647A56B-1783-03F6-36EF-E6303FE017F1}"/>
          </ac:spMkLst>
        </pc:spChg>
        <pc:spChg chg="add del mod">
          <ac:chgData name="nikhil nikhil" userId="41e0b19e58b58d1b" providerId="LiveId" clId="{BD444CD5-C460-477F-A6D9-025D4C297676}" dt="2025-11-06T23:30:34.694" v="343" actId="478"/>
          <ac:spMkLst>
            <pc:docMk/>
            <pc:sldMk cId="824810811" sldId="259"/>
            <ac:spMk id="21" creationId="{09C7B48B-95E5-208F-B66A-6A8BE9740A5E}"/>
          </ac:spMkLst>
        </pc:spChg>
        <pc:spChg chg="add">
          <ac:chgData name="nikhil nikhil" userId="41e0b19e58b58d1b" providerId="LiveId" clId="{BD444CD5-C460-477F-A6D9-025D4C297676}" dt="2025-11-06T23:30:37.391" v="344"/>
          <ac:spMkLst>
            <pc:docMk/>
            <pc:sldMk cId="824810811" sldId="259"/>
            <ac:spMk id="22" creationId="{D1F3E887-6833-1DCB-8CD3-9906401FB3CA}"/>
          </ac:spMkLst>
        </pc:spChg>
        <pc:spChg chg="add mod">
          <ac:chgData name="nikhil nikhil" userId="41e0b19e58b58d1b" providerId="LiveId" clId="{BD444CD5-C460-477F-A6D9-025D4C297676}" dt="2025-11-06T23:30:39.664" v="346"/>
          <ac:spMkLst>
            <pc:docMk/>
            <pc:sldMk cId="824810811" sldId="259"/>
            <ac:spMk id="23" creationId="{7A2073DB-BFCE-8002-1604-34D31BEB346B}"/>
          </ac:spMkLst>
        </pc:spChg>
        <pc:spChg chg="add">
          <ac:chgData name="nikhil nikhil" userId="41e0b19e58b58d1b" providerId="LiveId" clId="{BD444CD5-C460-477F-A6D9-025D4C297676}" dt="2025-11-06T23:30:47.905" v="353"/>
          <ac:spMkLst>
            <pc:docMk/>
            <pc:sldMk cId="824810811" sldId="259"/>
            <ac:spMk id="24" creationId="{8012ACE1-97BA-6FB7-5594-8E80D720AE25}"/>
          </ac:spMkLst>
        </pc:spChg>
        <pc:spChg chg="add del mod">
          <ac:chgData name="nikhil nikhil" userId="41e0b19e58b58d1b" providerId="LiveId" clId="{BD444CD5-C460-477F-A6D9-025D4C297676}" dt="2025-11-07T00:52:46.968" v="579" actId="478"/>
          <ac:spMkLst>
            <pc:docMk/>
            <pc:sldMk cId="824810811" sldId="259"/>
            <ac:spMk id="25" creationId="{A07FBFE2-27A4-2339-A32D-0B6FCABCD3F9}"/>
          </ac:spMkLst>
        </pc:spChg>
        <pc:spChg chg="add del mod">
          <ac:chgData name="nikhil nikhil" userId="41e0b19e58b58d1b" providerId="LiveId" clId="{BD444CD5-C460-477F-A6D9-025D4C297676}" dt="2025-11-07T00:52:46.968" v="579" actId="478"/>
          <ac:spMkLst>
            <pc:docMk/>
            <pc:sldMk cId="824810811" sldId="259"/>
            <ac:spMk id="26" creationId="{2B409696-0C9A-18B8-B809-8578491C4F41}"/>
          </ac:spMkLst>
        </pc:spChg>
        <pc:spChg chg="add del mod">
          <ac:chgData name="nikhil nikhil" userId="41e0b19e58b58d1b" providerId="LiveId" clId="{BD444CD5-C460-477F-A6D9-025D4C297676}" dt="2025-11-07T00:52:46.968" v="579" actId="478"/>
          <ac:spMkLst>
            <pc:docMk/>
            <pc:sldMk cId="824810811" sldId="259"/>
            <ac:spMk id="27" creationId="{C84C3B19-9977-D880-0C7B-C857AE90E620}"/>
          </ac:spMkLst>
        </pc:spChg>
        <pc:spChg chg="add del mod">
          <ac:chgData name="nikhil nikhil" userId="41e0b19e58b58d1b" providerId="LiveId" clId="{BD444CD5-C460-477F-A6D9-025D4C297676}" dt="2025-11-07T00:52:45.804" v="577" actId="11529"/>
          <ac:spMkLst>
            <pc:docMk/>
            <pc:sldMk cId="824810811" sldId="259"/>
            <ac:spMk id="28" creationId="{3450DCBE-17A0-0DF8-E9B7-28C9B3C8EF29}"/>
          </ac:spMkLst>
        </pc:spChg>
        <pc:spChg chg="add mod">
          <ac:chgData name="nikhil nikhil" userId="41e0b19e58b58d1b" providerId="LiveId" clId="{BD444CD5-C460-477F-A6D9-025D4C297676}" dt="2025-11-07T00:52:44.015" v="574" actId="1076"/>
          <ac:spMkLst>
            <pc:docMk/>
            <pc:sldMk cId="824810811" sldId="259"/>
            <ac:spMk id="29" creationId="{68CC24CA-A808-651B-DE33-618A44ED7820}"/>
          </ac:spMkLst>
        </pc:spChg>
        <pc:spChg chg="add mod">
          <ac:chgData name="nikhil nikhil" userId="41e0b19e58b58d1b" providerId="LiveId" clId="{BD444CD5-C460-477F-A6D9-025D4C297676}" dt="2025-11-07T00:52:44.367" v="575" actId="1076"/>
          <ac:spMkLst>
            <pc:docMk/>
            <pc:sldMk cId="824810811" sldId="259"/>
            <ac:spMk id="30" creationId="{BBF689BB-E6DF-FD2B-2946-7E8128A67AD7}"/>
          </ac:spMkLst>
        </pc:spChg>
      </pc:sldChg>
      <pc:sldChg chg="add del">
        <pc:chgData name="nikhil nikhil" userId="41e0b19e58b58d1b" providerId="LiveId" clId="{BD444CD5-C460-477F-A6D9-025D4C297676}" dt="2025-11-06T23:01:22.202" v="232"/>
        <pc:sldMkLst>
          <pc:docMk/>
          <pc:sldMk cId="1575128401" sldId="260"/>
        </pc:sldMkLst>
      </pc:sldChg>
      <pc:sldChg chg="modSp add mod">
        <pc:chgData name="nikhil nikhil" userId="41e0b19e58b58d1b" providerId="LiveId" clId="{BD444CD5-C460-477F-A6D9-025D4C297676}" dt="2025-11-07T00:52:48.061" v="581" actId="20577"/>
        <pc:sldMkLst>
          <pc:docMk/>
          <pc:sldMk cId="4188209171" sldId="260"/>
        </pc:sldMkLst>
        <pc:spChg chg="mod">
          <ac:chgData name="nikhil nikhil" userId="41e0b19e58b58d1b" providerId="LiveId" clId="{BD444CD5-C460-477F-A6D9-025D4C297676}" dt="2025-11-07T00:52:48.061" v="581" actId="20577"/>
          <ac:spMkLst>
            <pc:docMk/>
            <pc:sldMk cId="4188209171" sldId="260"/>
            <ac:spMk id="2" creationId="{14518376-3ABD-D0DC-5F0F-1C172B79C518}"/>
          </ac:spMkLst>
        </pc:spChg>
      </pc:sldChg>
      <pc:sldChg chg="add">
        <pc:chgData name="nikhil nikhil" userId="41e0b19e58b58d1b" providerId="LiveId" clId="{BD444CD5-C460-477F-A6D9-025D4C297676}" dt="2025-11-06T23:01:26.645" v="234"/>
        <pc:sldMkLst>
          <pc:docMk/>
          <pc:sldMk cId="1582876087" sldId="261"/>
        </pc:sldMkLst>
      </pc:sldChg>
      <pc:sldChg chg="add del">
        <pc:chgData name="nikhil nikhil" userId="41e0b19e58b58d1b" providerId="LiveId" clId="{BD444CD5-C460-477F-A6D9-025D4C297676}" dt="2025-11-06T23:01:21.986" v="231"/>
        <pc:sldMkLst>
          <pc:docMk/>
          <pc:sldMk cId="3484523636" sldId="261"/>
        </pc:sldMkLst>
      </pc:sldChg>
      <pc:sldChg chg="add">
        <pc:chgData name="nikhil nikhil" userId="41e0b19e58b58d1b" providerId="LiveId" clId="{BD444CD5-C460-477F-A6D9-025D4C297676}" dt="2025-11-06T23:01:28.208" v="235"/>
        <pc:sldMkLst>
          <pc:docMk/>
          <pc:sldMk cId="1725939765" sldId="262"/>
        </pc:sldMkLst>
      </pc:sldChg>
      <pc:sldChg chg="add">
        <pc:chgData name="nikhil nikhil" userId="41e0b19e58b58d1b" providerId="LiveId" clId="{BD444CD5-C460-477F-A6D9-025D4C297676}" dt="2025-11-06T23:01:28.623" v="236"/>
        <pc:sldMkLst>
          <pc:docMk/>
          <pc:sldMk cId="51217471" sldId="263"/>
        </pc:sldMkLst>
      </pc:sldChg>
      <pc:sldChg chg="add">
        <pc:chgData name="nikhil nikhil" userId="41e0b19e58b58d1b" providerId="LiveId" clId="{BD444CD5-C460-477F-A6D9-025D4C297676}" dt="2025-11-06T23:01:29.088" v="237"/>
        <pc:sldMkLst>
          <pc:docMk/>
          <pc:sldMk cId="2986027656" sldId="264"/>
        </pc:sldMkLst>
      </pc:sldChg>
      <pc:sldChg chg="add">
        <pc:chgData name="nikhil nikhil" userId="41e0b19e58b58d1b" providerId="LiveId" clId="{BD444CD5-C460-477F-A6D9-025D4C297676}" dt="2025-11-07T00:55:04.938" v="582"/>
        <pc:sldMkLst>
          <pc:docMk/>
          <pc:sldMk cId="3177907665" sldId="265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05604-8422-CF90-91BF-6749911E7B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6B3C8BD-D286-1783-911E-7E72A85339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235873-0718-16CB-7674-A3AB6817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1EAC76-4A2B-4526-8E84-E9852141FC49}" type="datetimeFigureOut">
              <a:rPr lang="en-IN" smtClean="0"/>
              <a:t>07-11-2025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1B9304-EC96-FF88-0443-A12DCBD3B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4ECEF3-DDB0-3A31-6786-73DD62477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12F204-1AD2-4696-BD5C-5BE476B82C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55166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0484F8-A581-7223-EE25-958F3935D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5BCAEA-93C2-21C1-2A2C-B6ACE359BB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C859D8-F64D-5320-EEFD-A3D18DE78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1EAC76-4A2B-4526-8E84-E9852141FC49}" type="datetimeFigureOut">
              <a:rPr lang="en-IN" smtClean="0"/>
              <a:t>07-11-2025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50CFA0-9259-DE0C-8F1E-22ABD20B3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A445B7-2782-6EF3-018B-DCB38C86F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12F204-1AD2-4696-BD5C-5BE476B82C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897216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2F0A3-9372-17C1-52AF-6CA474D5E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631E6F-7273-73C0-6A43-71A7440804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66630E-99EE-D428-5725-B289A5228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1EAC76-4A2B-4526-8E84-E9852141FC49}" type="datetimeFigureOut">
              <a:rPr lang="en-IN" smtClean="0"/>
              <a:t>07-11-2025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2CA060-18F1-9D83-A7DC-C8CF87D25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2B6A2E-8646-FFA8-E2C8-6603C3CD9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12F204-1AD2-4696-BD5C-5BE476B82C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399057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AB3FD-AAA8-C556-151D-A010D3EF0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44A384-46C3-72C5-8667-0129F3D329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701AC0-DB2D-4D85-FCC7-D36AA9111D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5E5C09-84A8-9E99-53ED-F839BCFC2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1EAC76-4A2B-4526-8E84-E9852141FC49}" type="datetimeFigureOut">
              <a:rPr lang="en-IN" smtClean="0"/>
              <a:t>07-11-2025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C662BC-B7D8-9492-499E-A2928D782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8610AF-C32B-424A-A999-BF28E88E1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12F204-1AD2-4696-BD5C-5BE476B82C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76355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B5AC5-45DF-37E3-82AD-6491BFE95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710332-7742-0272-D2E0-46A4A8EF06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DBD120-A229-9794-7078-AA49AA2D0E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D4A843-0DF4-4067-2FDF-7B7B582F93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2BA2B0-EE3B-73BA-2596-2A65CF644C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C28FDC-A589-A0B7-1496-A4698F14E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1EAC76-4A2B-4526-8E84-E9852141FC49}" type="datetimeFigureOut">
              <a:rPr lang="en-IN" smtClean="0"/>
              <a:t>07-11-2025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59D82F-0EE6-C982-3D24-753DE6F06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294616-2465-36FC-676F-AD008DB6B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12F204-1AD2-4696-BD5C-5BE476B82C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51685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765E8-A5BE-06D8-41B5-A20EE7959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0462790-3D7A-B58D-4AE5-EB8FCB9167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1EAC76-4A2B-4526-8E84-E9852141FC49}" type="datetimeFigureOut">
              <a:rPr lang="en-IN" smtClean="0"/>
              <a:t>07-11-2025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FC2372-6475-394E-6FD7-9B08046D5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4D5CD9-C427-EFC4-A1A0-43369DC12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12F204-1AD2-4696-BD5C-5BE476B82C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7645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235981A-8D94-FE13-8C9E-1B262DF4E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1EAC76-4A2B-4526-8E84-E9852141FC49}" type="datetimeFigureOut">
              <a:rPr lang="en-IN" smtClean="0"/>
              <a:t>07-11-2025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E275AF2-252B-14A7-757C-B98732829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947AB-7E76-BF03-76AD-85C816570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12F204-1AD2-4696-BD5C-5BE476B82C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705553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D14CE-8EFB-2053-F59A-B82225EF3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357163-4FAC-6549-F24F-BE34C67561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C7E67C-070F-6B05-8FBD-691B417116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B0D03C-B9EA-49F6-0FC6-9632C752E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1EAC76-4A2B-4526-8E84-E9852141FC49}" type="datetimeFigureOut">
              <a:rPr lang="en-IN" smtClean="0"/>
              <a:t>07-11-2025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0384BD-63BD-4B19-51B8-832D1C6F8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B50572-97AE-9295-38C0-5DEC677C4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12F204-1AD2-4696-BD5C-5BE476B82C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111831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10CDC-B14D-98E3-8E39-5AC7FA305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0C44E4-6E7A-8AB7-F6A1-A07B53EA2A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3333A8-111A-985C-36EB-79B7975F5E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F116F1-EB6E-FCDC-5411-50D0F2A9F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1EAC76-4A2B-4526-8E84-E9852141FC49}" type="datetimeFigureOut">
              <a:rPr lang="en-IN" smtClean="0"/>
              <a:t>07-11-2025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767FEB-3376-6777-90C9-4A97CC372B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A16D7E-0153-B8AE-ED87-09EB7CF7F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12F204-1AD2-4696-BD5C-5BE476B82C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789115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B228B-D3A9-42D0-00FB-13174279B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A600F4-192A-258E-1A85-CF17D71F5F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F196E0-D587-BCD4-6CE8-8A6416CE7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1EAC76-4A2B-4526-8E84-E9852141FC49}" type="datetimeFigureOut">
              <a:rPr lang="en-IN" smtClean="0"/>
              <a:t>07-11-2025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2A7AF8-58D7-383E-484C-6F6CBFAB9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C7DFD1-CB1B-5914-1DE1-BBA1DDD39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12F204-1AD2-4696-BD5C-5BE476B82C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5723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649D3E2-A539-F538-5B95-D5B07208C1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A0EE8F-FCA6-1E11-8533-CBB40045B4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C4B609-940E-1FF4-4CE7-04DB12548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1EAC76-4A2B-4526-8E84-E9852141FC49}" type="datetimeFigureOut">
              <a:rPr lang="en-IN" smtClean="0"/>
              <a:t>07-11-2025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AC9C5A-7BB6-3B51-AB36-C498E81E3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493484-1112-6D7B-7754-2A8C332E6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12F204-1AD2-4696-BD5C-5BE476B82C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0433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3A97926-0B49-9B82-F821-D5598F051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C9568A-1E84-606D-8EFC-CBACDA44E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DEFC24-AA39-1414-25D8-85735CDCA1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1EAC76-4A2B-4526-8E84-E9852141FC49}" type="datetimeFigureOut">
              <a:rPr lang="en-IN" smtClean="0"/>
              <a:t>07-11-2025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628BDF-8323-9C1D-FE81-86B2217B51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FF30A9-0AAF-FB8B-2D51-1401963D0F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12F204-1AD2-4696-BD5C-5BE476B82C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32681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managedhealthcareexecutive.com/view/five-provider-data-challenges-groups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2BEF82-7481-1EA8-F180-EDC80CAD972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 err="1"/>
              <a:t>HiLabs</a:t>
            </a:r>
            <a:r>
              <a:rPr lang="en-IN" sz="3500" baseline="50000" dirty="0" err="1"/>
              <a:t>TM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E8F835-5432-A503-C922-5CD83071EE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APM Case Study 2025</a:t>
            </a:r>
          </a:p>
        </p:txBody>
      </p:sp>
    </p:spTree>
    <p:extLst>
      <p:ext uri="{BB962C8B-B14F-4D97-AF65-F5344CB8AC3E}">
        <p14:creationId xmlns:p14="http://schemas.microsoft.com/office/powerpoint/2010/main" val="3728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E782C3E-513B-054B-E57C-2EA0A9215AC8}"/>
              </a:ext>
            </a:extLst>
          </p:cNvPr>
          <p:cNvSpPr txBox="1"/>
          <p:nvPr/>
        </p:nvSpPr>
        <p:spPr>
          <a:xfrm>
            <a:off x="0" y="0"/>
            <a:ext cx="12192000" cy="400110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2000" b="1" dirty="0">
                <a:solidFill>
                  <a:schemeClr val="bg1"/>
                </a:solidFill>
              </a:rPr>
              <a:t>Problem Statement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A2C71C-39C7-DBE5-4C39-65861184C128}"/>
              </a:ext>
            </a:extLst>
          </p:cNvPr>
          <p:cNvSpPr txBox="1"/>
          <p:nvPr/>
        </p:nvSpPr>
        <p:spPr>
          <a:xfrm>
            <a:off x="0" y="392416"/>
            <a:ext cx="2154116" cy="369332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b="1" dirty="0">
                <a:solidFill>
                  <a:schemeClr val="bg1"/>
                </a:solidFill>
              </a:rPr>
              <a:t>Problem Statement: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F78C55-CAB3-411C-28FB-1CD22342D23D}"/>
              </a:ext>
            </a:extLst>
          </p:cNvPr>
          <p:cNvSpPr txBox="1"/>
          <p:nvPr/>
        </p:nvSpPr>
        <p:spPr>
          <a:xfrm>
            <a:off x="184638" y="754053"/>
            <a:ext cx="119370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600" dirty="0"/>
              <a:t>Payers face opaque, </a:t>
            </a:r>
            <a:r>
              <a:rPr lang="en-US" sz="1600" dirty="0" err="1">
                <a:hlinkClick r:id="rId2"/>
              </a:rPr>
              <a:t>inconsitent</a:t>
            </a:r>
            <a:r>
              <a:rPr lang="en-US" sz="1600" dirty="0"/>
              <a:t> pricing and lack a unified view to benchmark provider rates, understand risk-adjusted cost trends, and identify network adequacy gaps. Even with CMS </a:t>
            </a:r>
            <a:r>
              <a:rPr lang="en-US" sz="1600" dirty="0" err="1"/>
              <a:t>TiC</a:t>
            </a:r>
            <a:r>
              <a:rPr lang="en-US" sz="1600" dirty="0"/>
              <a:t>/MRF and Hospital Price Transparency data, the files are massive and heterogeneous, and analysis requires complex normalization and linkage with claims and provider directories—creating integration and operational friction.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432C9F-AD4A-F2FA-8E92-DA475926375F}"/>
              </a:ext>
            </a:extLst>
          </p:cNvPr>
          <p:cNvSpPr txBox="1"/>
          <p:nvPr/>
        </p:nvSpPr>
        <p:spPr>
          <a:xfrm>
            <a:off x="0" y="1688123"/>
            <a:ext cx="3930162" cy="369332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b="1" dirty="0">
                <a:solidFill>
                  <a:schemeClr val="bg1"/>
                </a:solidFill>
              </a:rPr>
              <a:t>Current Process Shortcomings &amp; Effects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2AF9B6-25FD-535D-00A3-40B672B8A0D5}"/>
              </a:ext>
            </a:extLst>
          </p:cNvPr>
          <p:cNvSpPr txBox="1"/>
          <p:nvPr/>
        </p:nvSpPr>
        <p:spPr>
          <a:xfrm>
            <a:off x="1" y="2066302"/>
            <a:ext cx="5495192" cy="3539430"/>
          </a:xfrm>
          <a:prstGeom prst="rect">
            <a:avLst/>
          </a:prstGeom>
          <a:noFill/>
          <a:ln>
            <a:solidFill>
              <a:schemeClr val="tx1"/>
            </a:solidFill>
            <a:prstDash val="lgDashDot"/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Siloed datasets</a:t>
            </a:r>
            <a:r>
              <a:rPr lang="en-US" sz="1600" dirty="0"/>
              <a:t> (MRFs, claims, directories not linked)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00" dirty="0"/>
              <a:t>Weak negotiation leverage; savings left on the table.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Schema &amp; scale issues in MRFs</a:t>
            </a:r>
            <a:r>
              <a:rPr lang="en-IN" sz="1600" dirty="0"/>
              <a:t> (volume/standardization problems)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00" dirty="0"/>
              <a:t> Manual/Excel workflows miss outliers and delay decisions.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No geographic adequacy analytics</a:t>
            </a:r>
            <a:r>
              <a:rPr lang="en-US" sz="1600" dirty="0"/>
              <a:t> (county/specialty view missing)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00" dirty="0"/>
              <a:t>Hidden access risk and compliance exposure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Static reporting</a:t>
            </a:r>
            <a:r>
              <a:rPr lang="en-US" sz="1600" dirty="0"/>
              <a:t> (point-in-time extracts, not interactive)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00" dirty="0"/>
              <a:t>Slow cycles; decisions based on partial snapshots.</a:t>
            </a:r>
            <a:br>
              <a:rPr lang="en-US" sz="1600" dirty="0"/>
            </a:br>
            <a:endParaRPr lang="en-IN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1F2D57F-1A5A-3733-A712-C505001B035B}"/>
              </a:ext>
            </a:extLst>
          </p:cNvPr>
          <p:cNvSpPr txBox="1"/>
          <p:nvPr/>
        </p:nvSpPr>
        <p:spPr>
          <a:xfrm>
            <a:off x="6096001" y="1688412"/>
            <a:ext cx="3399692" cy="369332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b="1" dirty="0">
                <a:solidFill>
                  <a:schemeClr val="bg1"/>
                </a:solidFill>
              </a:rPr>
              <a:t>Platform’s Transformative Impact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8965D4-9265-8004-6535-C8294CB49E79}"/>
              </a:ext>
            </a:extLst>
          </p:cNvPr>
          <p:cNvSpPr txBox="1"/>
          <p:nvPr/>
        </p:nvSpPr>
        <p:spPr>
          <a:xfrm>
            <a:off x="6095999" y="2154114"/>
            <a:ext cx="5911363" cy="83099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txBody>
          <a:bodyPr wrap="square" rtlCol="0">
            <a:spAutoFit/>
          </a:bodyPr>
          <a:lstStyle/>
          <a:p>
            <a:r>
              <a:rPr lang="en-IN" sz="1600" dirty="0"/>
              <a:t>Strategic Impact : </a:t>
            </a:r>
            <a:r>
              <a:rPr lang="en-US" sz="1600" dirty="0"/>
              <a:t>Shift from reactive to proactive strategy  executives can identify cost, adequacy, and risk trends before they become financial or regulatory issues.</a:t>
            </a:r>
            <a:endParaRPr lang="en-IN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A4AF59-8BE7-A995-F203-3D0A577A8730}"/>
              </a:ext>
            </a:extLst>
          </p:cNvPr>
          <p:cNvSpPr txBox="1"/>
          <p:nvPr/>
        </p:nvSpPr>
        <p:spPr>
          <a:xfrm>
            <a:off x="6153149" y="4466475"/>
            <a:ext cx="1425820" cy="369332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b="1" dirty="0">
                <a:solidFill>
                  <a:schemeClr val="bg1"/>
                </a:solidFill>
              </a:rPr>
              <a:t>Assumptions</a:t>
            </a:r>
          </a:p>
        </p:txBody>
      </p:sp>
    </p:spTree>
    <p:extLst>
      <p:ext uri="{BB962C8B-B14F-4D97-AF65-F5344CB8AC3E}">
        <p14:creationId xmlns:p14="http://schemas.microsoft.com/office/powerpoint/2010/main" val="31450100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5F82E-52BB-CF18-7068-B04096772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43C6EB-0C70-5D0F-B0AB-C95C58D87CD6}"/>
              </a:ext>
            </a:extLst>
          </p:cNvPr>
          <p:cNvSpPr txBox="1"/>
          <p:nvPr/>
        </p:nvSpPr>
        <p:spPr>
          <a:xfrm>
            <a:off x="0" y="0"/>
            <a:ext cx="12192000" cy="400110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2000" b="1" dirty="0">
                <a:solidFill>
                  <a:schemeClr val="bg1"/>
                </a:solidFill>
              </a:rPr>
              <a:t>User Personas &amp; Needs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F5C26FE-C1B4-CEF4-8A9F-CB8E1D1F2A04}"/>
              </a:ext>
            </a:extLst>
          </p:cNvPr>
          <p:cNvSpPr/>
          <p:nvPr/>
        </p:nvSpPr>
        <p:spPr>
          <a:xfrm>
            <a:off x="76202" y="585787"/>
            <a:ext cx="3848100" cy="59205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BAAE9C-718E-9F9F-7447-00A66340424B}"/>
              </a:ext>
            </a:extLst>
          </p:cNvPr>
          <p:cNvSpPr/>
          <p:nvPr/>
        </p:nvSpPr>
        <p:spPr>
          <a:xfrm>
            <a:off x="4171952" y="539627"/>
            <a:ext cx="3848100" cy="59205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259B8D1-4783-008C-727D-76ED3C9CE267}"/>
              </a:ext>
            </a:extLst>
          </p:cNvPr>
          <p:cNvSpPr/>
          <p:nvPr/>
        </p:nvSpPr>
        <p:spPr>
          <a:xfrm>
            <a:off x="8267701" y="562707"/>
            <a:ext cx="3848100" cy="59205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C2B5005-FD65-606A-A78B-E5AD65BAE656}"/>
              </a:ext>
            </a:extLst>
          </p:cNvPr>
          <p:cNvSpPr txBox="1"/>
          <p:nvPr/>
        </p:nvSpPr>
        <p:spPr>
          <a:xfrm>
            <a:off x="617662" y="585787"/>
            <a:ext cx="27651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u="sng" dirty="0">
                <a:solidFill>
                  <a:schemeClr val="bg1"/>
                </a:solidFill>
              </a:rPr>
              <a:t>Network Executives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8EA950-7E52-2B12-E52A-1D045BB9DCF6}"/>
              </a:ext>
            </a:extLst>
          </p:cNvPr>
          <p:cNvSpPr txBox="1"/>
          <p:nvPr/>
        </p:nvSpPr>
        <p:spPr>
          <a:xfrm>
            <a:off x="8876569" y="585787"/>
            <a:ext cx="27651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u="sng" dirty="0">
                <a:solidFill>
                  <a:schemeClr val="bg1"/>
                </a:solidFill>
              </a:rPr>
              <a:t>Contracting Team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0E36B6-873C-B887-406E-4A4273967F22}"/>
              </a:ext>
            </a:extLst>
          </p:cNvPr>
          <p:cNvSpPr txBox="1"/>
          <p:nvPr/>
        </p:nvSpPr>
        <p:spPr>
          <a:xfrm>
            <a:off x="4713412" y="539627"/>
            <a:ext cx="27651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u="sng" dirty="0">
                <a:solidFill>
                  <a:schemeClr val="bg1"/>
                </a:solidFill>
              </a:rPr>
              <a:t>Network Manager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E77CDC2-DA17-AA0C-672D-E2B0FFD2DD05}"/>
              </a:ext>
            </a:extLst>
          </p:cNvPr>
          <p:cNvSpPr/>
          <p:nvPr/>
        </p:nvSpPr>
        <p:spPr>
          <a:xfrm>
            <a:off x="307731" y="1033699"/>
            <a:ext cx="3402623" cy="91440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i="1" dirty="0"/>
              <a:t>“Are we paying more than others in the market, &amp; how can we reduce the cost?”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E892D4B-D1D6-83CC-6DDE-F5A4018F8ABD}"/>
              </a:ext>
            </a:extLst>
          </p:cNvPr>
          <p:cNvSpPr/>
          <p:nvPr/>
        </p:nvSpPr>
        <p:spPr>
          <a:xfrm>
            <a:off x="4394689" y="1055076"/>
            <a:ext cx="3402623" cy="91440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/>
              <a:t>“Which areas or specialties don’t have enough doctors or are costing us too much?”</a:t>
            </a:r>
            <a:endParaRPr lang="en-IN" sz="1600" i="1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D5F97EE-761B-9AA8-E15A-BBCACBF52EF3}"/>
              </a:ext>
            </a:extLst>
          </p:cNvPr>
          <p:cNvSpPr/>
          <p:nvPr/>
        </p:nvSpPr>
        <p:spPr>
          <a:xfrm>
            <a:off x="8481646" y="1055076"/>
            <a:ext cx="3402623" cy="91440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/>
              <a:t>“What are the fair market rates I should use to negotiate better contracts?”</a:t>
            </a:r>
            <a:endParaRPr lang="en-US" sz="16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07FBFE2-27A4-2339-A32D-0B6FCABCD3F9}"/>
              </a:ext>
            </a:extLst>
          </p:cNvPr>
          <p:cNvSpPr/>
          <p:nvPr/>
        </p:nvSpPr>
        <p:spPr>
          <a:xfrm>
            <a:off x="329714" y="2014106"/>
            <a:ext cx="3341077" cy="992863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 </a:t>
            </a:r>
            <a:r>
              <a:rPr lang="en-US" sz="1600" b="1" dirty="0"/>
              <a:t>clear, data-backed view</a:t>
            </a:r>
            <a:r>
              <a:rPr lang="en-US" sz="1600" dirty="0"/>
              <a:t> of market rates, risks, and gaps easy to share and act on.</a:t>
            </a:r>
            <a:endParaRPr lang="en-IN" sz="1600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2B409696-0C9A-18B8-B809-8578491C4F41}"/>
              </a:ext>
            </a:extLst>
          </p:cNvPr>
          <p:cNvSpPr/>
          <p:nvPr/>
        </p:nvSpPr>
        <p:spPr>
          <a:xfrm>
            <a:off x="8543192" y="2045920"/>
            <a:ext cx="3341077" cy="961050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 </a:t>
            </a:r>
            <a:r>
              <a:rPr lang="en-US" sz="1600" b="1" dirty="0"/>
              <a:t>smart benchmarking engine</a:t>
            </a:r>
            <a:r>
              <a:rPr lang="en-US" sz="1600" dirty="0"/>
              <a:t> that simplifies data and strengthens negotiations.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C84C3B19-9977-D880-0C7B-C857AE90E620}"/>
              </a:ext>
            </a:extLst>
          </p:cNvPr>
          <p:cNvSpPr/>
          <p:nvPr/>
        </p:nvSpPr>
        <p:spPr>
          <a:xfrm>
            <a:off x="4425462" y="2034380"/>
            <a:ext cx="3341077" cy="972590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 </a:t>
            </a:r>
            <a:r>
              <a:rPr lang="en-US" sz="1600" b="1" dirty="0"/>
              <a:t>local insights tool</a:t>
            </a:r>
            <a:r>
              <a:rPr lang="en-US" sz="1600" dirty="0"/>
              <a:t> showing benchmarks, gaps, and savings opportunities.</a:t>
            </a:r>
          </a:p>
        </p:txBody>
      </p:sp>
    </p:spTree>
    <p:extLst>
      <p:ext uri="{BB962C8B-B14F-4D97-AF65-F5344CB8AC3E}">
        <p14:creationId xmlns:p14="http://schemas.microsoft.com/office/powerpoint/2010/main" val="8248108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AA10F-AD7A-A37C-7CF3-EB44A07BF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518376-3ABD-D0DC-5F0F-1C172B79C518}"/>
              </a:ext>
            </a:extLst>
          </p:cNvPr>
          <p:cNvSpPr txBox="1"/>
          <p:nvPr/>
        </p:nvSpPr>
        <p:spPr>
          <a:xfrm>
            <a:off x="0" y="0"/>
            <a:ext cx="12192000" cy="400110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2000" b="1" dirty="0">
                <a:solidFill>
                  <a:schemeClr val="bg1"/>
                </a:solidFill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41882091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11B10-ECF5-A3B3-AD09-62CFC5806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B4CE2E1-7FAC-1FD0-9CE2-E097D3D31163}"/>
              </a:ext>
            </a:extLst>
          </p:cNvPr>
          <p:cNvSpPr txBox="1"/>
          <p:nvPr/>
        </p:nvSpPr>
        <p:spPr>
          <a:xfrm>
            <a:off x="0" y="0"/>
            <a:ext cx="12192000" cy="400110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2000" b="1" dirty="0">
                <a:solidFill>
                  <a:schemeClr val="bg1"/>
                </a:solidFill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15828760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506A4-00D5-4B8B-2110-2E26BECBB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BB6ADA-0DA7-9568-35C4-CBE65759F014}"/>
              </a:ext>
            </a:extLst>
          </p:cNvPr>
          <p:cNvSpPr txBox="1"/>
          <p:nvPr/>
        </p:nvSpPr>
        <p:spPr>
          <a:xfrm>
            <a:off x="0" y="0"/>
            <a:ext cx="12192000" cy="400110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2000" b="1" dirty="0">
                <a:solidFill>
                  <a:schemeClr val="bg1"/>
                </a:solidFill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1725939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BDE13-2D4B-477F-E550-442BE8657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610B21-6AB3-2343-D4AE-56D0A7EFA1B1}"/>
              </a:ext>
            </a:extLst>
          </p:cNvPr>
          <p:cNvSpPr txBox="1"/>
          <p:nvPr/>
        </p:nvSpPr>
        <p:spPr>
          <a:xfrm>
            <a:off x="0" y="0"/>
            <a:ext cx="12192000" cy="400110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2000" b="1" dirty="0">
                <a:solidFill>
                  <a:schemeClr val="bg1"/>
                </a:solidFill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512174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7B013-01FB-C38B-5AFF-EF530EC06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D460E6D-75B2-89B2-70A0-569C3CC9356D}"/>
              </a:ext>
            </a:extLst>
          </p:cNvPr>
          <p:cNvSpPr txBox="1"/>
          <p:nvPr/>
        </p:nvSpPr>
        <p:spPr>
          <a:xfrm>
            <a:off x="0" y="0"/>
            <a:ext cx="12192000" cy="400110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2000" b="1" dirty="0">
                <a:solidFill>
                  <a:schemeClr val="bg1"/>
                </a:solidFill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29860276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777A7-589D-3174-2002-A4B0E78412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655CC2D-2CC4-1AF1-79BE-2B2D5758172F}"/>
              </a:ext>
            </a:extLst>
          </p:cNvPr>
          <p:cNvSpPr txBox="1"/>
          <p:nvPr/>
        </p:nvSpPr>
        <p:spPr>
          <a:xfrm>
            <a:off x="0" y="0"/>
            <a:ext cx="12192000" cy="400110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2000" b="1" dirty="0">
                <a:solidFill>
                  <a:schemeClr val="bg1"/>
                </a:solidFill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1779076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56484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401</TotalTime>
  <Words>307</Words>
  <Application>Microsoft Office PowerPoint</Application>
  <PresentationFormat>Widescreen</PresentationFormat>
  <Paragraphs>36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Wingdings</vt:lpstr>
      <vt:lpstr>Office Theme</vt:lpstr>
      <vt:lpstr>HiLabsTM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nikhil nikhil</dc:creator>
  <cp:lastModifiedBy>nikhil nikhil</cp:lastModifiedBy>
  <cp:revision>1</cp:revision>
  <dcterms:created xsi:type="dcterms:W3CDTF">2025-11-06T11:36:53Z</dcterms:created>
  <dcterms:modified xsi:type="dcterms:W3CDTF">2025-11-07T03:48:46Z</dcterms:modified>
</cp:coreProperties>
</file>